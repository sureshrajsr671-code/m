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306" y="2647503"/>
            <a:ext cx="3481387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0518" y="3152328"/>
            <a:ext cx="7710963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0F172A"/>
                </a:solidFill>
                <a:latin typeface="Poppins"/>
              </a:rPr>
              <a:t>Customer Churn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1187" y="3934271"/>
            <a:ext cx="84296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Uncovering Subscriber Defection Patterns, Revenue Risks, and Strategic Retention Roadmaps for Airtel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70634" y="2919412"/>
            <a:ext cx="585073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Executive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3805237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Empirical investigation across 7,043 subscriber accounts to pinpoint root drivers of cancellation and safeguard market share.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1775"/>
            <a:ext cx="441960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162300"/>
            <a:ext cx="38290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DC2626"/>
                </a:solidFill>
                <a:latin typeface="Poppins"/>
              </a:rPr>
              <a:t>26.5%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29100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91B1B"/>
                </a:solidFill>
                <a:latin typeface="Lato"/>
              </a:rPr>
              <a:t>Overall Customer Churn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3086100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Substantial Revenue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362325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Out of 7,043 active telecom subscribers,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1,869 churned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leading to an estimated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$1.4M+ in monthly recurring revenue loss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4019550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Acquiring a replacement subscriber costs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5x to 7x more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than retaining an existing user, making targeted retention Airtel's single highest ROI initiative.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The Customer Churn Landscape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310187" cy="5143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7,043 Customer Profiles: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Multi-dimensional tracking covering demographic, billing, and behavioral attributes.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67000"/>
            <a:ext cx="5310187" cy="51435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Account Variables: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Evaluating contract terms (Month-to-month vs 1/2 Yr), payment methods, and monthly charges.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33750"/>
            <a:ext cx="5310187" cy="5143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Service Subscriptions: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Analyzing fiber optic internet, DSL, tech support, online security, and streaming add-ons.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2000250"/>
            <a:ext cx="5310187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219075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9862"/>
            <a:ext cx="1333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76612"/>
            <a:ext cx="2190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Dataset &amp; Analytics Scope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9387"/>
            <a:ext cx="5310187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12" y="2719387"/>
            <a:ext cx="5310187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Poppins"/>
              </a:rPr>
              <a:t>1. Contract &amp; Payment 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9012"/>
            <a:ext cx="462438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Subscribers on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Month-to-Month contracts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exhibit a staggering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42.7% churn rate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 Furthermore, users paying via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Electronic Check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churn at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45.2%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reflecting low commitment and billing friction.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212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Poppins"/>
              </a:rPr>
              <a:t>2. Fiber Optic Price Disconnect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3212" y="3529012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Fiber Optic users churn at 41.9%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(vs 19.0% for DSL). Higher monthly bills ($70–$110) combined with missing technical support create perceived value mismatch and dissatisfaction.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Primary Attrition Catalysts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0787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0787"/>
            <a:ext cx="3530649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6701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Early Tenure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50%+ of all churn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occurs within the first 12 months of tenure. New subscribers lack brand stickiness and easily switch to rival promos.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6701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Missing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Customers without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Online Security or Tech Support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churn at 3x the rate of fully protected subscribers (41% vs 14%).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6701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High Bill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Subscribers with monthly bills exceeding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$70/month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show steep churn spikes, especially when unbundled from long-term contracts.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890837"/>
            <a:ext cx="1905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799" y="2890837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8624" y="2890837"/>
            <a:ext cx="19050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Behavioral Churn Drivers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881562"/>
            <a:ext cx="11049000" cy="5238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014912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Moving subscribers from Month-to-Month Electronic Check plans into 1-Year or 2-Year Auto-Pay contracts reduces churn risk by over 80%.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881562"/>
            <a:ext cx="38100" cy="5238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Churn Comparison Across Segments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74093"/>
          <a:ext cx="11048998" cy="307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190"/>
                <a:gridCol w="1408955"/>
                <a:gridCol w="1804243"/>
                <a:gridCol w="3294310"/>
                <a:gridCol w="1257300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Customer Segment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Churn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Monthly Bill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Primary Risk Driver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Risk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Fiber Optic + Month-to-Month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54.6%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$88.50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High cost, low contract lock-in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Electronic Check + No Tech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48.1%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$74.20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Payment friction &amp; unassisted issues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Tenure &lt; 12 Months (New Users)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47.4%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$65.80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Lack of onboarding &amp; brand loyalty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DSL + One-Year Contract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$49.10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Moderate cost, established lock-in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Two-Year Contract (All Services)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$61.30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Long-term commitment &amp; discounts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59868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55690" y="2759868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64646" y="2759868"/>
            <a:ext cx="18042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68889" y="2759868"/>
            <a:ext cx="3294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63200" y="2759868"/>
            <a:ext cx="125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4218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55690" y="3274218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64646" y="3274218"/>
            <a:ext cx="18042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68889" y="3274218"/>
            <a:ext cx="3294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363200" y="3274218"/>
            <a:ext cx="125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788568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55690" y="3788568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64646" y="3788568"/>
            <a:ext cx="18042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68889" y="3788568"/>
            <a:ext cx="3294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363200" y="3788568"/>
            <a:ext cx="125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02918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55690" y="4302918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64646" y="4302918"/>
            <a:ext cx="18042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68889" y="4302918"/>
            <a:ext cx="3294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63200" y="4302918"/>
            <a:ext cx="125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17268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55690" y="4817268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64646" y="4817268"/>
            <a:ext cx="18042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68889" y="4817268"/>
            <a:ext cx="3294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363200" y="4817268"/>
            <a:ext cx="125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331618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55690" y="5331618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264646" y="5331618"/>
            <a:ext cx="18042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068889" y="5331618"/>
            <a:ext cx="3294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363200" y="5331618"/>
            <a:ext cx="125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228" y="2926556"/>
            <a:ext cx="60960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228" y="3440906"/>
            <a:ext cx="6096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8044" y="3955256"/>
            <a:ext cx="457200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2320" y="4469606"/>
            <a:ext cx="419100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228" y="4983956"/>
            <a:ext cx="4191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High-Risk Customer Segment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Support &amp; Service Friction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3825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Customer Care Deficit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1447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Subscribers experiencing technical glitches who lack bundled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Tech Support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or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Device Protection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reach out to customer service up to 3x before defecting.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89745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Proactive resolution and complimentary trial add-ons drastically improve CSAT and curb voluntary cancellation.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541240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109787"/>
            <a:ext cx="2541240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19562"/>
            <a:ext cx="2541240" cy="125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09787"/>
            <a:ext cx="2541240" cy="1533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28148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C2626"/>
                </a:solidFill>
                <a:latin typeface="Poppins"/>
              </a:rPr>
              <a:t>Q1 - Early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1486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Deploy structured 90-day onboarding nudges and welcome discounts for new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C2626"/>
                </a:solidFill>
                <a:latin typeface="Poppins"/>
              </a:rPr>
              <a:t>Q2 - Auto-Pay Incentives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Offer $5/mo bill credits to transition Electronic Check users to Bank Auto-Pay.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8148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C2626"/>
                </a:solidFill>
                <a:latin typeface="Poppins"/>
              </a:rPr>
              <a:t>Q3 - Value Bundles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61486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Bundle free Tech Support &amp; Online Security with premium Fiber Optic plans.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C2626"/>
                </a:solidFill>
                <a:latin typeface="Poppins"/>
              </a:rPr>
              <a:t>Q4 - Predictive 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Integrate real-time ML churn scoring into call centers for proactive save offers.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Retention Strategy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Fiber Optic Bundling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Protect high-ARPU Fiber users by pre-packaging free cybersecurity and family streaming perks.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74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Contract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074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Incentivize month-to-month users with annual contract discounts and automated digital payments.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999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AI Churn Early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Deploy machine learning models to trigger high-priority retention interventions 30 days before churn.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5056"/>
            <a:ext cx="3530649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5056"/>
            <a:ext cx="3530649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5056"/>
            <a:ext cx="3530649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Strategic Retention Pillars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599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3</cp:revision>
  <dcterms:created xsi:type="dcterms:W3CDTF">2013-01-27T09:14:16Z</dcterms:created>
  <dcterms:modified xsi:type="dcterms:W3CDTF">2026-09-03T04:31:36Z</dcterms:modified>
  <cp:category/>
</cp:coreProperties>
</file>